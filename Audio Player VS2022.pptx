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904" r:id="rId1"/>
  </p:sldMasterIdLst>
  <p:notesMasterIdLst>
    <p:notesMasterId r:id="rId9"/>
  </p:notesMasterIdLst>
  <p:sldIdLst>
    <p:sldId id="256" r:id="rId2"/>
    <p:sldId id="264" r:id="rId3"/>
    <p:sldId id="265" r:id="rId4"/>
    <p:sldId id="266" r:id="rId5"/>
    <p:sldId id="267" r:id="rId6"/>
    <p:sldId id="268" r:id="rId7"/>
    <p:sldId id="263" r:id="rId8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Trebuchet MS" panose="020B0603020202020204" pitchFamily="34" charset="0"/>
      <p:regular r:id="rId14"/>
      <p:bold r:id="rId15"/>
      <p:italic r:id="rId16"/>
      <p:boldItalic r:id="rId17"/>
    </p:embeddedFont>
    <p:embeddedFont>
      <p:font typeface="Wingdings 3" panose="05040102010807070707" pitchFamily="18" charset="2"/>
      <p:regular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6387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13081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42870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6366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2/21/2026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51241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819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21007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6069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2/21/2026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3322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50228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86489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775990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79566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373646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00086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0722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02876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6855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497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10" r:id="rId6"/>
    <p:sldLayoutId id="2147483911" r:id="rId7"/>
    <p:sldLayoutId id="2147483912" r:id="rId8"/>
    <p:sldLayoutId id="2147483913" r:id="rId9"/>
    <p:sldLayoutId id="2147483914" r:id="rId10"/>
    <p:sldLayoutId id="2147483915" r:id="rId11"/>
    <p:sldLayoutId id="2147483916" r:id="rId12"/>
    <p:sldLayoutId id="2147483917" r:id="rId13"/>
    <p:sldLayoutId id="2147483918" r:id="rId14"/>
    <p:sldLayoutId id="2147483919" r:id="rId15"/>
    <p:sldLayoutId id="2147483920" r:id="rId16"/>
    <p:sldLayoutId id="2147483921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5760" y="3960495"/>
            <a:ext cx="393192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A8224F-2D68-4AF4-BC3E-25A7BB6048DA}"/>
              </a:ext>
            </a:extLst>
          </p:cNvPr>
          <p:cNvSpPr txBox="1"/>
          <p:nvPr/>
        </p:nvSpPr>
        <p:spPr>
          <a:xfrm>
            <a:off x="1891624" y="1425951"/>
            <a:ext cx="53607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+mj-lt"/>
              </a:rPr>
              <a:t>Презентацию на тему</a:t>
            </a:r>
            <a:r>
              <a:rPr lang="en-US" sz="2400" dirty="0">
                <a:latin typeface="+mj-lt"/>
              </a:rPr>
              <a:t>:</a:t>
            </a:r>
            <a:br>
              <a:rPr lang="en-US" sz="2400" dirty="0">
                <a:latin typeface="+mj-lt"/>
              </a:rPr>
            </a:br>
            <a:r>
              <a:rPr lang="ru-RU" sz="2400" dirty="0">
                <a:latin typeface="+mj-lt"/>
              </a:rPr>
              <a:t>Создание </a:t>
            </a:r>
            <a:r>
              <a:rPr lang="ru-RU" sz="2400" i="1" dirty="0">
                <a:latin typeface="+mj-lt"/>
              </a:rPr>
              <a:t>Аудио плеера в </a:t>
            </a:r>
            <a:r>
              <a:rPr lang="en-US" sz="2400" i="1" dirty="0">
                <a:latin typeface="+mj-lt"/>
              </a:rPr>
              <a:t>Visual Studio</a:t>
            </a:r>
            <a:endParaRPr lang="ru-RU" sz="2400" i="1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2D7FD1-E2DD-453C-8DFB-8B9BD88C160E}"/>
              </a:ext>
            </a:extLst>
          </p:cNvPr>
          <p:cNvSpPr txBox="1"/>
          <p:nvPr/>
        </p:nvSpPr>
        <p:spPr>
          <a:xfrm>
            <a:off x="6688548" y="3165231"/>
            <a:ext cx="25385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dirty="0"/>
              <a:t>Подготовил студент</a:t>
            </a:r>
            <a:r>
              <a:rPr lang="en-US" sz="2000" dirty="0"/>
              <a:t>: </a:t>
            </a:r>
          </a:p>
          <a:p>
            <a:pPr algn="r"/>
            <a:r>
              <a:rPr lang="ru-RU" sz="2000" dirty="0"/>
              <a:t>Комляков Д. п-23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5D2046-FB54-41AD-9B30-128F14540388}"/>
              </a:ext>
            </a:extLst>
          </p:cNvPr>
          <p:cNvSpPr txBox="1"/>
          <p:nvPr/>
        </p:nvSpPr>
        <p:spPr>
          <a:xfrm>
            <a:off x="4213912" y="4635946"/>
            <a:ext cx="7161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55A095-29B0-4BA0-84CF-BE9228CBF42B}"/>
              </a:ext>
            </a:extLst>
          </p:cNvPr>
          <p:cNvSpPr txBox="1"/>
          <p:nvPr/>
        </p:nvSpPr>
        <p:spPr>
          <a:xfrm>
            <a:off x="306931" y="281354"/>
            <a:ext cx="60491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Цель</a:t>
            </a:r>
            <a:r>
              <a:rPr lang="en-US" dirty="0"/>
              <a:t>: </a:t>
            </a:r>
            <a:r>
              <a:rPr lang="ru-RU" dirty="0"/>
              <a:t>требуется создать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а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удиоплеер для WAV/MP3 с базовыми функциями (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плей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/пауза), регулировкой громкости и отображением длительности.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3C7750-BE69-4FCB-B58C-C4F79F66A239}"/>
              </a:ext>
            </a:extLst>
          </p:cNvPr>
          <p:cNvSpPr txBox="1"/>
          <p:nvPr/>
        </p:nvSpPr>
        <p:spPr>
          <a:xfrm>
            <a:off x="409242" y="1374797"/>
            <a:ext cx="3676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Визуализация аудио плеера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35A4C3E-8F53-4CED-B46C-A6C06242C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242" y="1914242"/>
            <a:ext cx="5854917" cy="291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228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C367A1-5FBC-44DD-A809-1FA80CF4FF48}"/>
              </a:ext>
            </a:extLst>
          </p:cNvPr>
          <p:cNvSpPr txBox="1"/>
          <p:nvPr/>
        </p:nvSpPr>
        <p:spPr>
          <a:xfrm>
            <a:off x="223804" y="236593"/>
            <a:ext cx="4514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Демонстрация работы и функционал программы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9D0B224-37DB-44EF-944F-E482AE60C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04" y="882924"/>
            <a:ext cx="3929091" cy="19066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74CECD-DA3B-4806-98DC-07F8B24DC345}"/>
              </a:ext>
            </a:extLst>
          </p:cNvPr>
          <p:cNvSpPr txBox="1"/>
          <p:nvPr/>
        </p:nvSpPr>
        <p:spPr>
          <a:xfrm>
            <a:off x="4392956" y="1016710"/>
            <a:ext cx="28455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Выбрать файл можно при помощи кнопки </a:t>
            </a:r>
            <a:r>
              <a:rPr lang="en-US" dirty="0"/>
              <a:t>(</a:t>
            </a:r>
            <a:r>
              <a:rPr lang="ru-RU" dirty="0"/>
              <a:t>Выбрать файл поддерживаются </a:t>
            </a:r>
            <a:r>
              <a:rPr lang="en-US" dirty="0"/>
              <a:t>MP3/WAV</a:t>
            </a:r>
            <a:r>
              <a:rPr lang="ru-RU" dirty="0"/>
              <a:t>)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BAFD2D6-5029-4CF4-B0A9-C4537E258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04" y="2880663"/>
            <a:ext cx="3929091" cy="21132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9C4F3A-EE83-48E4-87E9-56F37A46FC7B}"/>
              </a:ext>
            </a:extLst>
          </p:cNvPr>
          <p:cNvSpPr txBox="1"/>
          <p:nvPr/>
        </p:nvSpPr>
        <p:spPr>
          <a:xfrm>
            <a:off x="4392955" y="3081038"/>
            <a:ext cx="28455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Выйти из программы можно при помощи кнопки (Выход)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C48194A9-3FBA-432E-89EF-DAA3DBEBA26C}"/>
              </a:ext>
            </a:extLst>
          </p:cNvPr>
          <p:cNvCxnSpPr/>
          <p:nvPr/>
        </p:nvCxnSpPr>
        <p:spPr>
          <a:xfrm>
            <a:off x="1438741" y="1163782"/>
            <a:ext cx="3024554" cy="44761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FF4D0329-EA16-4FED-8538-B75E1BA9FF62}"/>
              </a:ext>
            </a:extLst>
          </p:cNvPr>
          <p:cNvCxnSpPr/>
          <p:nvPr/>
        </p:nvCxnSpPr>
        <p:spPr>
          <a:xfrm>
            <a:off x="1854378" y="3158836"/>
            <a:ext cx="2538578" cy="102311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3896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3949FE2-6952-4E61-B640-ABB06D244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82" y="261990"/>
            <a:ext cx="3600107" cy="17235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0B1303-B6C0-405F-A081-5289A82E30F8}"/>
              </a:ext>
            </a:extLst>
          </p:cNvPr>
          <p:cNvSpPr txBox="1"/>
          <p:nvPr/>
        </p:nvSpPr>
        <p:spPr>
          <a:xfrm>
            <a:off x="4015685" y="261990"/>
            <a:ext cx="28455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Название выбранного файла показывается в строке (Файл не выбран.) Далее будет пример когда файл выбран</a:t>
            </a:r>
            <a:r>
              <a:rPr lang="en-US" dirty="0"/>
              <a:t>…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1BD52CF-CD40-4683-9A78-3069365CF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382" y="2393234"/>
            <a:ext cx="3600107" cy="21206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E3AA37-7C0F-43FF-B92B-CE2781416D16}"/>
              </a:ext>
            </a:extLst>
          </p:cNvPr>
          <p:cNvSpPr txBox="1"/>
          <p:nvPr/>
        </p:nvSpPr>
        <p:spPr>
          <a:xfrm>
            <a:off x="4015684" y="2576401"/>
            <a:ext cx="2845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Вот пример когда файл выбран</a:t>
            </a:r>
            <a:endParaRPr lang="en-US" dirty="0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0C48AAC2-EA08-4DFC-BE22-4827E9B63FEF}"/>
              </a:ext>
            </a:extLst>
          </p:cNvPr>
          <p:cNvCxnSpPr/>
          <p:nvPr/>
        </p:nvCxnSpPr>
        <p:spPr>
          <a:xfrm flipV="1">
            <a:off x="927189" y="473186"/>
            <a:ext cx="3088496" cy="300537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79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AE29B59-0B75-4294-AA82-DB1D457B8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82" y="261990"/>
            <a:ext cx="3600107" cy="172351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108DD9-982A-4852-9D13-92EDE19C2216}"/>
              </a:ext>
            </a:extLst>
          </p:cNvPr>
          <p:cNvSpPr txBox="1"/>
          <p:nvPr/>
        </p:nvSpPr>
        <p:spPr>
          <a:xfrm>
            <a:off x="3996503" y="261990"/>
            <a:ext cx="32483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Так же есть регулировка громкости и перемещения в аудио файле во время прослушивания с помощью </a:t>
            </a:r>
            <a:r>
              <a:rPr lang="en-US" dirty="0"/>
              <a:t>Track Bar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A9F2BD8-4CC2-46AD-8B3A-3101844F0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68" y="2092566"/>
            <a:ext cx="3662421" cy="17696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FD99CA-9428-4875-9A16-1D21C4D05527}"/>
              </a:ext>
            </a:extLst>
          </p:cNvPr>
          <p:cNvSpPr txBox="1"/>
          <p:nvPr/>
        </p:nvSpPr>
        <p:spPr>
          <a:xfrm>
            <a:off x="3996503" y="2092566"/>
            <a:ext cx="32483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Для воспроизведения аудио есть кнопка (треугольник) отвечающая за это и для остановки квадрат соответственно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ED909FC-7379-492F-BEA7-847D9B255117}"/>
              </a:ext>
            </a:extLst>
          </p:cNvPr>
          <p:cNvCxnSpPr/>
          <p:nvPr/>
        </p:nvCxnSpPr>
        <p:spPr>
          <a:xfrm flipV="1">
            <a:off x="1873561" y="741751"/>
            <a:ext cx="2180492" cy="21741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24F83BD5-AF64-4D97-85E6-C0EEA64ED5B0}"/>
              </a:ext>
            </a:extLst>
          </p:cNvPr>
          <p:cNvCxnSpPr/>
          <p:nvPr/>
        </p:nvCxnSpPr>
        <p:spPr>
          <a:xfrm flipV="1">
            <a:off x="3612839" y="792906"/>
            <a:ext cx="1924716" cy="581891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B1A7B857-507D-4F9A-9A59-1107B9DB9723}"/>
              </a:ext>
            </a:extLst>
          </p:cNvPr>
          <p:cNvCxnSpPr/>
          <p:nvPr/>
        </p:nvCxnSpPr>
        <p:spPr>
          <a:xfrm flipV="1">
            <a:off x="1796828" y="2295592"/>
            <a:ext cx="2308380" cy="1138204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3E9045AF-D3B5-43E1-B618-DEC902B4BDB9}"/>
              </a:ext>
            </a:extLst>
          </p:cNvPr>
          <p:cNvCxnSpPr/>
          <p:nvPr/>
        </p:nvCxnSpPr>
        <p:spPr>
          <a:xfrm flipV="1">
            <a:off x="2282803" y="2571750"/>
            <a:ext cx="1822405" cy="832433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0046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BF0D34E-9251-4863-95D6-E72E622D0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02" y="326209"/>
            <a:ext cx="3854251" cy="18725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F37B95-1313-4C41-8A27-4730118C191E}"/>
              </a:ext>
            </a:extLst>
          </p:cNvPr>
          <p:cNvSpPr txBox="1"/>
          <p:nvPr/>
        </p:nvSpPr>
        <p:spPr>
          <a:xfrm>
            <a:off x="4220307" y="662336"/>
            <a:ext cx="32483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Есть кнопки для быстрого перемещения на 10 секунд назад и на 10 секунд вперёд</a:t>
            </a:r>
          </a:p>
          <a:p>
            <a:r>
              <a:rPr lang="ru-RU" dirty="0"/>
              <a:t>(</a:t>
            </a:r>
            <a:r>
              <a:rPr lang="en-US" dirty="0"/>
              <a:t>&lt;&lt; 10c, 10c&gt;&gt;)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1F6724-420C-452F-874C-90A26153732A}"/>
              </a:ext>
            </a:extLst>
          </p:cNvPr>
          <p:cNvSpPr txBox="1"/>
          <p:nvPr/>
        </p:nvSpPr>
        <p:spPr>
          <a:xfrm>
            <a:off x="198225" y="2575376"/>
            <a:ext cx="5646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 на этом функционал программы заканчивается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33F59EB9-62DF-4B45-92B3-E7E4980BFF0D}"/>
              </a:ext>
            </a:extLst>
          </p:cNvPr>
          <p:cNvCxnSpPr/>
          <p:nvPr/>
        </p:nvCxnSpPr>
        <p:spPr>
          <a:xfrm flipV="1">
            <a:off x="1758462" y="831273"/>
            <a:ext cx="2576945" cy="876033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FEEED37-60CA-41C3-85DE-76E10741B661}"/>
              </a:ext>
            </a:extLst>
          </p:cNvPr>
          <p:cNvCxnSpPr/>
          <p:nvPr/>
        </p:nvCxnSpPr>
        <p:spPr>
          <a:xfrm flipV="1">
            <a:off x="2826327" y="831273"/>
            <a:ext cx="1509080" cy="927189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403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266000" y="2190460"/>
            <a:ext cx="6612000" cy="8743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3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4400" b="1" kern="0" spc="120" dirty="0">
                <a:solidFill>
                  <a:srgbClr val="000000"/>
                </a:solidFill>
                <a:latin typeface="+mj-lt"/>
                <a:ea typeface="SB Sans Display Bold" pitchFamily="34" charset="-122"/>
                <a:cs typeface="SB Sans Display Bold" pitchFamily="34" charset="-120"/>
              </a:rPr>
              <a:t>Спасибо за внимание!</a:t>
            </a:r>
            <a:endParaRPr lang="en-US" sz="4400" dirty="0"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TM02900688[[fn=Аспект]]</Template>
  <TotalTime>37</TotalTime>
  <Words>163</Words>
  <Application>Microsoft Office PowerPoint</Application>
  <PresentationFormat>Экран (16:9)</PresentationFormat>
  <Paragraphs>19</Paragraphs>
  <Slides>7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Trebuchet MS</vt:lpstr>
      <vt:lpstr>Wingdings 3</vt:lpstr>
      <vt:lpstr>Calibri</vt:lpstr>
      <vt:lpstr>Аспект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Дмитрий Комляков</cp:lastModifiedBy>
  <cp:revision>14</cp:revision>
  <dcterms:created xsi:type="dcterms:W3CDTF">2026-02-18T17:53:21Z</dcterms:created>
  <dcterms:modified xsi:type="dcterms:W3CDTF">2026-02-21T05:15:27Z</dcterms:modified>
</cp:coreProperties>
</file>